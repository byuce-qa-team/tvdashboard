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E5E"/>
    <a:srgbClr val="FFFFFF"/>
    <a:srgbClr val="B3E6FF"/>
    <a:srgbClr val="66CCFF"/>
    <a:srgbClr val="FF99FF"/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EF3D9D-ABF4-4A31-A908-51078E1BA7C6}" v="112" dt="2024-06-18T21:07:14.0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14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02346-291B-455F-8791-5DE1A499B0F1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C8970-0167-4A2E-B7A4-4C6B34D10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185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02346-291B-455F-8791-5DE1A499B0F1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C8970-0167-4A2E-B7A4-4C6B34D10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805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02346-291B-455F-8791-5DE1A499B0F1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C8970-0167-4A2E-B7A4-4C6B34D10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482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02346-291B-455F-8791-5DE1A499B0F1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C8970-0167-4A2E-B7A4-4C6B34D10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688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02346-291B-455F-8791-5DE1A499B0F1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C8970-0167-4A2E-B7A4-4C6B34D10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293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02346-291B-455F-8791-5DE1A499B0F1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C8970-0167-4A2E-B7A4-4C6B34D10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813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02346-291B-455F-8791-5DE1A499B0F1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C8970-0167-4A2E-B7A4-4C6B34D10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8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02346-291B-455F-8791-5DE1A499B0F1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C8970-0167-4A2E-B7A4-4C6B34D10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38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02346-291B-455F-8791-5DE1A499B0F1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C8970-0167-4A2E-B7A4-4C6B34D10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341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02346-291B-455F-8791-5DE1A499B0F1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C8970-0167-4A2E-B7A4-4C6B34D10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03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02346-291B-455F-8791-5DE1A499B0F1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C8970-0167-4A2E-B7A4-4C6B34D10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991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02346-291B-455F-8791-5DE1A499B0F1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8C8970-0167-4A2E-B7A4-4C6B34D10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567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354" y="411663"/>
            <a:ext cx="5426646" cy="1913526"/>
          </a:xfrm>
          <a:noFill/>
        </p:spPr>
        <p:txBody>
          <a:bodyPr>
            <a:noAutofit/>
          </a:bodyPr>
          <a:lstStyle/>
          <a:p>
            <a:r>
              <a:rPr lang="en-US" sz="6600" dirty="0">
                <a:solidFill>
                  <a:srgbClr val="002E5E"/>
                </a:solidFill>
                <a:latin typeface="Arial Black" panose="020B0A04020102020204" pitchFamily="34" charset="0"/>
              </a:rPr>
              <a:t>Matías Hernández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EE15C83-0F46-01EE-52AF-F0A33E2A06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01283"/>
              </p:ext>
            </p:extLst>
          </p:nvPr>
        </p:nvGraphicFramePr>
        <p:xfrm>
          <a:off x="669354" y="3460992"/>
          <a:ext cx="10853290" cy="3175000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5426645">
                  <a:extLst>
                    <a:ext uri="{9D8B030D-6E8A-4147-A177-3AD203B41FA5}">
                      <a16:colId xmlns:a16="http://schemas.microsoft.com/office/drawing/2014/main" val="2818761694"/>
                    </a:ext>
                  </a:extLst>
                </a:gridCol>
                <a:gridCol w="5426645">
                  <a:extLst>
                    <a:ext uri="{9D8B030D-6E8A-4147-A177-3AD203B41FA5}">
                      <a16:colId xmlns:a16="http://schemas.microsoft.com/office/drawing/2014/main" val="25963238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Arial Nova" panose="020B0504020202020204" pitchFamily="34" charset="0"/>
                        </a:rPr>
                        <a:t>Born: </a:t>
                      </a:r>
                      <a:r>
                        <a:rPr lang="en-US" sz="1600" b="1" dirty="0">
                          <a:latin typeface="Arial Nova" panose="020B0504020202020204" pitchFamily="34" charset="0"/>
                        </a:rPr>
                        <a:t>Durazno, Uruguay</a:t>
                      </a:r>
                    </a:p>
                  </a:txBody>
                  <a:tcPr>
                    <a:lnL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Arial Nova" panose="020B0504020202020204" pitchFamily="34" charset="0"/>
                        </a:rPr>
                        <a:t>Favorite BoM Person: Captain Moroni</a:t>
                      </a:r>
                    </a:p>
                  </a:txBody>
                  <a:tcPr>
                    <a:lnL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6123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Arial Nova" panose="020B0504020202020204" pitchFamily="34" charset="0"/>
                        </a:rPr>
                        <a:t>Raised: </a:t>
                      </a:r>
                      <a:r>
                        <a:rPr lang="en-US" sz="1600" b="1" dirty="0">
                          <a:latin typeface="Arial Nova" panose="020B0504020202020204" pitchFamily="34" charset="0"/>
                        </a:rPr>
                        <a:t>Durazno, Uruguay</a:t>
                      </a:r>
                    </a:p>
                  </a:txBody>
                  <a:tcPr>
                    <a:lnL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Arial Nova" panose="020B0504020202020204" pitchFamily="34" charset="0"/>
                        </a:rPr>
                        <a:t>Favorite Hymn: I believe in Christ</a:t>
                      </a:r>
                    </a:p>
                  </a:txBody>
                  <a:tcPr>
                    <a:lnL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1758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Arial Nova" panose="020B0504020202020204" pitchFamily="34" charset="0"/>
                        </a:rPr>
                        <a:t>No. Siblings: </a:t>
                      </a:r>
                      <a:r>
                        <a:rPr lang="en-US" sz="1600" b="1" dirty="0">
                          <a:latin typeface="Arial Nova" panose="020B0504020202020204" pitchFamily="34" charset="0"/>
                        </a:rPr>
                        <a:t>3</a:t>
                      </a:r>
                    </a:p>
                  </a:txBody>
                  <a:tcPr>
                    <a:lnL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Arial Nova" panose="020B0504020202020204" pitchFamily="34" charset="0"/>
                        </a:rPr>
                        <a:t>Favorite Activity: Soccer</a:t>
                      </a:r>
                    </a:p>
                  </a:txBody>
                  <a:tcPr>
                    <a:lnL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5406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Arial Nova" panose="020B0504020202020204" pitchFamily="34" charset="0"/>
                        </a:rPr>
                        <a:t>Favorite Church Calling || Mission Location: Uruguay Montevideo West</a:t>
                      </a:r>
                    </a:p>
                  </a:txBody>
                  <a:tcPr>
                    <a:lnL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Arial Nova" panose="020B0504020202020204" pitchFamily="34" charset="0"/>
                        </a:rPr>
                        <a:t>Favorite Food: Paella or </a:t>
                      </a:r>
                      <a:r>
                        <a:rPr lang="en-US" sz="1600" b="0" dirty="0" err="1">
                          <a:latin typeface="Arial Nova" panose="020B0504020202020204" pitchFamily="34" charset="0"/>
                        </a:rPr>
                        <a:t>Milanesas</a:t>
                      </a:r>
                      <a:endParaRPr lang="en-US" sz="1600" b="0" dirty="0">
                        <a:latin typeface="Arial Nova" panose="020B05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646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Arial Nova" panose="020B0504020202020204" pitchFamily="34" charset="0"/>
                        </a:rPr>
                        <a:t>Second Language: English</a:t>
                      </a:r>
                    </a:p>
                  </a:txBody>
                  <a:tcPr>
                    <a:lnL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Arial Nova" panose="020B0504020202020204" pitchFamily="34" charset="0"/>
                        </a:rPr>
                        <a:t>Favorite Animal: Snow Leopard</a:t>
                      </a:r>
                    </a:p>
                  </a:txBody>
                  <a:tcPr>
                    <a:lnL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7672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Arial Nova" panose="020B0504020202020204" pitchFamily="34" charset="0"/>
                        </a:rPr>
                        <a:t>Major: Construction Management</a:t>
                      </a:r>
                    </a:p>
                  </a:txBody>
                  <a:tcPr>
                    <a:lnL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Arial Nova" panose="020B0504020202020204" pitchFamily="34" charset="0"/>
                        </a:rPr>
                        <a:t>Favorite Movie: Gladiator </a:t>
                      </a:r>
                    </a:p>
                  </a:txBody>
                  <a:tcPr>
                    <a:lnL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1404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Arial Nova" panose="020B0504020202020204" pitchFamily="34" charset="0"/>
                        </a:rPr>
                        <a:t>Year in School: Sophomore</a:t>
                      </a:r>
                    </a:p>
                  </a:txBody>
                  <a:tcPr>
                    <a:lnL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Arial Nova" panose="020B0504020202020204" pitchFamily="34" charset="0"/>
                        </a:rPr>
                        <a:t>Favorite Artist: Duko and Justin Bieber</a:t>
                      </a:r>
                    </a:p>
                  </a:txBody>
                  <a:tcPr>
                    <a:lnL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1725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Arial Nova" panose="020B0504020202020204" pitchFamily="34" charset="0"/>
                        </a:rPr>
                        <a:t>Favorite Scripture: D&amp;C 58:42</a:t>
                      </a:r>
                    </a:p>
                  </a:txBody>
                  <a:tcPr>
                    <a:lnL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Arial Nova" panose="020B0504020202020204" pitchFamily="34" charset="0"/>
                        </a:rPr>
                        <a:t>Favorite Boss: Alan Openshaw</a:t>
                      </a:r>
                    </a:p>
                  </a:txBody>
                  <a:tcPr>
                    <a:lnL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314737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31F6B89F-2B74-BFE3-456E-F2ED3D0098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899" y="6589692"/>
            <a:ext cx="2584816" cy="19039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4D8C46E-36B3-7941-3634-497513738028}"/>
              </a:ext>
            </a:extLst>
          </p:cNvPr>
          <p:cNvSpPr txBox="1">
            <a:spLocks/>
          </p:cNvSpPr>
          <p:nvPr/>
        </p:nvSpPr>
        <p:spPr>
          <a:xfrm>
            <a:off x="636442" y="2536508"/>
            <a:ext cx="5426645" cy="48550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002E5E"/>
                </a:solidFill>
                <a:latin typeface="Arial Black" panose="020B0A04020102020204" pitchFamily="34" charset="0"/>
              </a:rPr>
              <a:t>Quality Assurance Team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87C7A37-886E-0E8E-7F8D-045F81075BF0}"/>
              </a:ext>
            </a:extLst>
          </p:cNvPr>
          <p:cNvSpPr txBox="1">
            <a:spLocks/>
          </p:cNvSpPr>
          <p:nvPr/>
        </p:nvSpPr>
        <p:spPr>
          <a:xfrm>
            <a:off x="669354" y="3005192"/>
            <a:ext cx="5426645" cy="29382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rgbClr val="002E5E"/>
                </a:solidFill>
                <a:latin typeface="Arial Black" panose="020B0A04020102020204" pitchFamily="34" charset="0"/>
              </a:rPr>
              <a:t>Since February 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B1E302-DC29-7F44-05C6-9CF5D04047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922212" y="406622"/>
            <a:ext cx="3282362" cy="26212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6B44A6-96E0-1C77-7020-E59EA11F06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8698956" y="499533"/>
            <a:ext cx="3264688" cy="244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879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1524</TotalTime>
  <Words>97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Black</vt:lpstr>
      <vt:lpstr>Arial Nova</vt:lpstr>
      <vt:lpstr>Calibri</vt:lpstr>
      <vt:lpstr>Calibri Light</vt:lpstr>
      <vt:lpstr>Office Theme</vt:lpstr>
      <vt:lpstr>Matías Hernández</vt:lpstr>
    </vt:vector>
  </TitlesOfParts>
  <Company>Brigham Young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Alan Openshaw</dc:creator>
  <cp:lastModifiedBy>Matias Hernandez</cp:lastModifiedBy>
  <cp:revision>163</cp:revision>
  <dcterms:created xsi:type="dcterms:W3CDTF">2018-06-21T22:47:16Z</dcterms:created>
  <dcterms:modified xsi:type="dcterms:W3CDTF">2026-04-08T18:08:43Z</dcterms:modified>
</cp:coreProperties>
</file>